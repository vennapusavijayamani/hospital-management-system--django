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60" y="-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12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6354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548640"/>
            <a:ext cx="2926080" cy="2926080"/>
          </a:xfrm>
          <a:prstGeom prst="ellipse">
            <a:avLst/>
          </a:prstGeom>
          <a:solidFill>
            <a:srgbClr val="0C7C9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389120"/>
            <a:ext cx="3657600" cy="3657600"/>
          </a:xfrm>
          <a:prstGeom prst="ellipse">
            <a:avLst/>
          </a:prstGeom>
          <a:solidFill>
            <a:srgbClr val="0C7C92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1005840" cy="100584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25932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204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Django Framework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Hospital Management System is a web application that digitally manages the daily operations of a hospital. It replaces manual, paper-based processes with an organized digital platform, improving speed, accuracy, and record-keeping.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77647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367588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434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2428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4791456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9103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80974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5358384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47725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70432" y="53766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5925312"/>
            <a:ext cx="457200" cy="4572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6044184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70432" y="59436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Management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7315200" y="1508760"/>
            <a:ext cx="4343400" cy="4617720"/>
          </a:xfrm>
          <a:prstGeom prst="roundRect">
            <a:avLst>
              <a:gd name="adj" fmla="val 2105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9125712" y="2011680"/>
            <a:ext cx="914400" cy="9144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456" y="2249424"/>
            <a:ext cx="438912" cy="4389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589520" y="3154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First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7772400" y="356616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connected system for patients, doctors, appointments, billing, and medicine — accessible anytime through a web browser.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organize patient records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28232" y="1965960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21323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373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complete doctor details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2278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4672" y="3593592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3760013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36499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smooth appointment booking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172200" y="32278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28232" y="3593592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653" y="3760013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336499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billing process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855464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5221224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3" y="5387645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992624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medicine information systematically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172200" y="4855464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28232" y="5221224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4653" y="5387645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23760" y="4992624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paperwork and effort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90195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" y="20802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063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55848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15968" y="190195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76" y="20802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3008" y="3063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web framework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63056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23176" y="190195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84" y="20802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00216" y="3063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relational database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70264" y="16459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30384" y="190195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8692" y="208026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07424" y="3063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and content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08760" y="427939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" y="445770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85800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and layout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55848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15968" y="427939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4276" y="445770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93008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93008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components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63056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23176" y="427939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1484" y="4457700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00216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300216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 / IDE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970264" y="4023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930384" y="4279392"/>
            <a:ext cx="685800" cy="6858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8692" y="4457700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07424" y="5074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107424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interface for users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0848" y="237744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5208" y="2542032"/>
            <a:ext cx="502920" cy="502920"/>
          </a:xfrm>
          <a:prstGeom prst="ellipse">
            <a:avLst/>
          </a:prstGeom>
          <a:solidFill>
            <a:srgbClr val="1A5F7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967" y="267279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5712" y="315468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4000" y="3474720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 through the browser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072488" y="2880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328520" y="237744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2880" y="2542032"/>
            <a:ext cx="502920" cy="502920"/>
          </a:xfrm>
          <a:prstGeom prst="ellipse">
            <a:avLst/>
          </a:prstGeom>
          <a:solidFill>
            <a:srgbClr val="1A5F7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639" y="267279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83384" y="315468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Views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401672" y="3474720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requests and logic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020160" y="2880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276192" y="237744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70552" y="2542032"/>
            <a:ext cx="502920" cy="502920"/>
          </a:xfrm>
          <a:prstGeom prst="ellipse">
            <a:avLst/>
          </a:prstGeom>
          <a:solidFill>
            <a:srgbClr val="1A5F7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311" y="267279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31056" y="315468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349344" y="3474720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data structure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5967832" y="2880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223864" y="237744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18224" y="2542032"/>
            <a:ext cx="502920" cy="502920"/>
          </a:xfrm>
          <a:prstGeom prst="ellipse">
            <a:avLst/>
          </a:prstGeom>
          <a:solidFill>
            <a:srgbClr val="1A5F70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983" y="2672791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78728" y="315468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297016" y="3474720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application data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7915504" y="2880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8171536" y="237744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765896" y="2542032"/>
            <a:ext cx="502920" cy="502920"/>
          </a:xfrm>
          <a:prstGeom prst="ellipse">
            <a:avLst/>
          </a:prstGeom>
          <a:solidFill>
            <a:srgbClr val="1A5F70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6655" y="2672791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26400" y="315468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244688" y="3474720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result sent back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9863176" y="2880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10119208" y="237744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713568" y="2542032"/>
            <a:ext cx="502920" cy="502920"/>
          </a:xfrm>
          <a:prstGeom prst="ellipse">
            <a:avLst/>
          </a:prstGeom>
          <a:solidFill>
            <a:srgbClr val="1A5F70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4327" y="2672791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74072" y="315468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10192360" y="3474720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result to the user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sends a request through the browser. Django Views process the request using Models, which interact with the SQLite database. The result flows back through the same path to the browser.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18008" y="169164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8008" y="1691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0F2942"/>
          </a:solidFill>
          <a:ln/>
        </p:spPr>
      </p:sp>
      <p:sp>
        <p:nvSpPr>
          <p:cNvPr id="6" name="Shape 4"/>
          <p:cNvSpPr/>
          <p:nvPr/>
        </p:nvSpPr>
        <p:spPr>
          <a:xfrm>
            <a:off x="518008" y="2194560"/>
            <a:ext cx="2084832" cy="5486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7" name="Shape 5"/>
          <p:cNvSpPr/>
          <p:nvPr/>
        </p:nvSpPr>
        <p:spPr>
          <a:xfrm>
            <a:off x="1240384" y="1901952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04" y="2068373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7736" y="28803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Management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0888" y="3657600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edit, and delete patient records with ease.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85720" y="169164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85720" y="1691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0F294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85720" y="2194560"/>
            <a:ext cx="2084832" cy="5486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4" name="Shape 11"/>
          <p:cNvSpPr/>
          <p:nvPr/>
        </p:nvSpPr>
        <p:spPr>
          <a:xfrm>
            <a:off x="3508096" y="1901952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516" y="206837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95448" y="28803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Management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968600" y="3657600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doctor profiles, specialization, and availability.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53432" y="169164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53432" y="1691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0F2942"/>
          </a:solidFill>
          <a:ln/>
        </p:spPr>
      </p:sp>
      <p:sp>
        <p:nvSpPr>
          <p:cNvPr id="20" name="Shape 16"/>
          <p:cNvSpPr/>
          <p:nvPr/>
        </p:nvSpPr>
        <p:spPr>
          <a:xfrm>
            <a:off x="5053432" y="2194560"/>
            <a:ext cx="2084832" cy="5486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1" name="Shape 17"/>
          <p:cNvSpPr/>
          <p:nvPr/>
        </p:nvSpPr>
        <p:spPr>
          <a:xfrm>
            <a:off x="5775808" y="1901952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228" y="2068373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63160" y="28803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Management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36312" y="3657600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 by selecting patient, doctor, and date.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21144" y="169164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21144" y="1691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0F2942"/>
          </a:solidFill>
          <a:ln/>
        </p:spPr>
      </p:sp>
      <p:sp>
        <p:nvSpPr>
          <p:cNvPr id="27" name="Shape 22"/>
          <p:cNvSpPr/>
          <p:nvPr/>
        </p:nvSpPr>
        <p:spPr>
          <a:xfrm>
            <a:off x="7321144" y="2194560"/>
            <a:ext cx="2084832" cy="5486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8" name="Shape 23"/>
          <p:cNvSpPr/>
          <p:nvPr/>
        </p:nvSpPr>
        <p:spPr>
          <a:xfrm>
            <a:off x="8043520" y="1901952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940" y="2068373"/>
            <a:ext cx="307238" cy="30723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30872" y="28803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System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504024" y="3657600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bills covering consultation, medicine, and lab fees.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588856" y="1691640"/>
            <a:ext cx="2084832" cy="4114800"/>
          </a:xfrm>
          <a:prstGeom prst="roundRect">
            <a:avLst>
              <a:gd name="adj" fmla="val 4386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9588856" y="169164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0F2942"/>
          </a:solidFill>
          <a:ln/>
        </p:spPr>
      </p:sp>
      <p:sp>
        <p:nvSpPr>
          <p:cNvPr id="34" name="Shape 28"/>
          <p:cNvSpPr/>
          <p:nvPr/>
        </p:nvSpPr>
        <p:spPr>
          <a:xfrm>
            <a:off x="9588856" y="2194560"/>
            <a:ext cx="2084832" cy="5486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5" name="Shape 29"/>
          <p:cNvSpPr/>
          <p:nvPr/>
        </p:nvSpPr>
        <p:spPr>
          <a:xfrm>
            <a:off x="10311232" y="1901952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652" y="2068373"/>
            <a:ext cx="307238" cy="30723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98584" y="28803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Management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771736" y="3657600"/>
            <a:ext cx="17190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medicine name, company, price, and stock quantity.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 (Models)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37360"/>
            <a:ext cx="512064" cy="512064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187049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29000" y="167335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Gender, Contact, Address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59736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596896"/>
            <a:ext cx="512064" cy="512064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2730033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328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2532888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Specialization, Contact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19272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456432"/>
            <a:ext cx="512064" cy="512064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9" y="3589569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9242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429000" y="339242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Doctor, Date, Status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178808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315968"/>
            <a:ext cx="512064" cy="512064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9" y="444910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2519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429000" y="42519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Discount, Total, Payment Status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038344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5175504"/>
            <a:ext cx="512064" cy="512064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369" y="5308641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1114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429000" y="5111496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Company, Price, Quantity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686800" y="1600200"/>
            <a:ext cx="2971800" cy="4023360"/>
          </a:xfrm>
          <a:prstGeom prst="roundRect">
            <a:avLst>
              <a:gd name="adj" fmla="val 3077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784080" y="1965960"/>
            <a:ext cx="822960" cy="82296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8050" y="217993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01752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Django Model automatically creates one corresponding table in the SQLite database.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1724" y="2606040"/>
            <a:ext cx="1417320" cy="1417320"/>
          </a:xfrm>
          <a:prstGeom prst="roundRect">
            <a:avLst>
              <a:gd name="adj" fmla="val 5806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6064" y="2743200"/>
            <a:ext cx="548640" cy="54864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8858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7444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949044" y="2971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50212" y="2606040"/>
            <a:ext cx="1417320" cy="1417320"/>
          </a:xfrm>
          <a:prstGeom prst="roundRect">
            <a:avLst>
              <a:gd name="adj" fmla="val 5806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84552" y="2743200"/>
            <a:ext cx="548640" cy="54864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198" y="28858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5932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567532" y="2971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768700" y="2606040"/>
            <a:ext cx="1417320" cy="1417320"/>
          </a:xfrm>
          <a:prstGeom prst="roundRect">
            <a:avLst>
              <a:gd name="adj" fmla="val 5806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03040" y="2743200"/>
            <a:ext cx="548640" cy="54864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686" y="28858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14420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186020" y="2971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387188" y="2606040"/>
            <a:ext cx="1417320" cy="1417320"/>
          </a:xfrm>
          <a:prstGeom prst="roundRect">
            <a:avLst>
              <a:gd name="adj" fmla="val 5806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21528" y="2743200"/>
            <a:ext cx="548640" cy="54864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4174" y="28858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32908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04508" y="2971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005676" y="2606040"/>
            <a:ext cx="1417320" cy="1417320"/>
          </a:xfrm>
          <a:prstGeom prst="roundRect">
            <a:avLst>
              <a:gd name="adj" fmla="val 5806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40016" y="2743200"/>
            <a:ext cx="548640" cy="54864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662" y="288584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51396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422996" y="2971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8624164" y="2606040"/>
            <a:ext cx="1417320" cy="1417320"/>
          </a:xfrm>
          <a:prstGeom prst="roundRect">
            <a:avLst>
              <a:gd name="adj" fmla="val 5806"/>
            </a:avLst>
          </a:prstGeom>
          <a:solidFill>
            <a:srgbClr val="0C7C9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058504" y="2743200"/>
            <a:ext cx="548640" cy="548640"/>
          </a:xfrm>
          <a:prstGeom prst="ellipse">
            <a:avLst/>
          </a:prstGeom>
          <a:solidFill>
            <a:srgbClr val="16354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1150" y="288584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69884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0041484" y="29718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10242652" y="2606040"/>
            <a:ext cx="1417320" cy="1417320"/>
          </a:xfrm>
          <a:prstGeom prst="roundRect">
            <a:avLst>
              <a:gd name="adj" fmla="val 5806"/>
            </a:avLst>
          </a:prstGeom>
          <a:solidFill>
            <a:srgbClr val="2EC4B6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676992" y="2743200"/>
            <a:ext cx="548640" cy="548640"/>
          </a:xfrm>
          <a:prstGeom prst="ellipse">
            <a:avLst/>
          </a:prstGeom>
          <a:solidFill>
            <a:srgbClr val="0F2942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9638" y="2885846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288372" y="34747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navigate from the Home page into each functional module. All data entered across modules is ultimately saved to and retrieved from the central Database.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1965960"/>
            <a:ext cx="1188720" cy="11887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427" y="22750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complete patient information from registration to record removal.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780794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409" y="192819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655064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Patient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818120" y="1655064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patient with personal and contact details.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34840" y="2692908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36008" y="2873502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409" y="302090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2747772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818120" y="2747772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complete list of registered patients.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434840" y="3785616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36008" y="3966210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3409" y="411361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840480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Patient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818120" y="3840480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 patient information when needed.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4878324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5058918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3409" y="520631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933188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Patient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818120" y="4933188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patient records that are no longer required.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1965960"/>
            <a:ext cx="1188720" cy="11887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427" y="22750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doctor profiles so patients and staff can identify available specialists.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7223760" cy="2020824"/>
          </a:xfrm>
          <a:prstGeom prst="roundRect">
            <a:avLst>
              <a:gd name="adj" fmla="val 362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327148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409" y="24745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655064"/>
            <a:ext cx="23774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Doctor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818120" y="1655064"/>
            <a:ext cx="370332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doctor along with specialization and contact details.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34840" y="3785616"/>
            <a:ext cx="7223760" cy="2020824"/>
          </a:xfrm>
          <a:prstGeom prst="roundRect">
            <a:avLst>
              <a:gd name="adj" fmla="val 3620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36008" y="4512564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409" y="4659965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3840480"/>
            <a:ext cx="237744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Doctors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818120" y="3840480"/>
            <a:ext cx="370332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full list of doctors available in the hospital.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1965960"/>
            <a:ext cx="1188720" cy="11887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427" y="22750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patients with the right doctor at the right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780794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409" y="192819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655064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Patient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818120" y="1655064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patient who needs an appointment.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34840" y="2692908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36008" y="2873502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409" y="302090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2747772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Doctor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818120" y="2747772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doctor the patient wishes to consult.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434840" y="3785616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36008" y="3966210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3409" y="411361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840480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Date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818120" y="3840480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suitable date for the consultation.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4878324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5058918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3409" y="520631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933188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Appointment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818120" y="4933188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store the appointment in the database.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1965960"/>
            <a:ext cx="1188720" cy="11887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427" y="22750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complete, accurate bill for every patient visit.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0C7C92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773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 is calculated automatically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160020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997964"/>
            <a:ext cx="502920" cy="5029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191" y="2128723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709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212080" y="203911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for the doctor's consultation.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600200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02752" y="1997964"/>
            <a:ext cx="502920" cy="5029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511" y="212872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17099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Fee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915400" y="203911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prescribed medicines.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434840" y="3035808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99432" y="3433572"/>
            <a:ext cx="502920" cy="5029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191" y="3564331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2080" y="31455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Fee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12080" y="347472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for laboratory tests conducted.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38160" y="3035808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302752" y="3433572"/>
            <a:ext cx="502920" cy="5029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511" y="3564331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915400" y="31455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915400" y="347472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applicable discount on the total bill.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434840" y="4471416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599432" y="4869180"/>
            <a:ext cx="502920" cy="5029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0191" y="4999939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12080" y="45811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212080" y="491032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charges after discount.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138160" y="4471416"/>
            <a:ext cx="3520440" cy="1298448"/>
          </a:xfrm>
          <a:prstGeom prst="roundRect">
            <a:avLst>
              <a:gd name="adj" fmla="val 5634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302752" y="4869180"/>
            <a:ext cx="502920" cy="5029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3511" y="4999939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915400" y="45811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8915400" y="491032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whether the bill is Paid or Pending.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1965960"/>
            <a:ext cx="1188720" cy="11887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427" y="22750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Module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track of medicine stock used across prescriptions and billing.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600200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1780794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09" y="1928195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655064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Name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818120" y="1655064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each medicine stored in the system.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34840" y="2692908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36008" y="2873502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409" y="302090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2747772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818120" y="2747772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manufacturer or supplier of the medicine.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434840" y="3785616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36008" y="3966210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409" y="411361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840480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818120" y="3840480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used for billing calculations.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4878324"/>
            <a:ext cx="7223760" cy="928116"/>
          </a:xfrm>
          <a:prstGeom prst="roundRect">
            <a:avLst>
              <a:gd name="adj" fmla="val 7882"/>
            </a:avLst>
          </a:prstGeom>
          <a:solidFill>
            <a:srgbClr val="F0F6F7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6008" y="5058918"/>
            <a:ext cx="566928" cy="566928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3409" y="520631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933188"/>
            <a:ext cx="237744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818120" y="4933188"/>
            <a:ext cx="3703320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stock quantity available in the hospital.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C7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86588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768" y="1892808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188" y="20592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3748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Use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9468" y="2926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 usable by hospital staff without technical training.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35628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75808" y="1892808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228" y="20592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2788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18508" y="2926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patient registration, billing, and record retrieval.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84668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24848" y="1892808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1268" y="20592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1828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Records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67548" y="29260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information stored safely in a digital database.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86588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26768" y="4087368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3188" y="425378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3748" y="4800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Paper Work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9468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dependency on physical files and registers.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35628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75808" y="4087368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2228" y="425378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72788" y="4800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Searching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18508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locate patient, doctor, or medicine records.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84668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2942"/>
          </a:solidFill>
          <a:ln/>
          <a:effectLst>
            <a:outerShdw blurRad="101600" dist="38100" dir="5400000" algn="bl" rotWithShape="0">
              <a:srgbClr val="0B20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24848" y="4087368"/>
            <a:ext cx="640080" cy="64008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1268" y="425378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1828" y="4800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Management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67548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overall coordination across hospital operations.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1635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C7C92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Hospital Management System is developed using the Python Django Framework.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hospitals manage the following, efficiently and securely: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188" y="28346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6354F"/>
          </a:solidFill>
          <a:ln w="12700">
            <a:solidFill>
              <a:srgbClr val="0C7C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2408" y="3246120"/>
            <a:ext cx="731520" cy="7315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603" y="343631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6628" y="4251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964028" y="28346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6354F"/>
          </a:solidFill>
          <a:ln w="12700">
            <a:solidFill>
              <a:srgbClr val="0C7C9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1248" y="3246120"/>
            <a:ext cx="731520" cy="7315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43" y="34363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5468" y="4251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112868" y="28346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6354F"/>
          </a:solidFill>
          <a:ln w="12700">
            <a:solidFill>
              <a:srgbClr val="0C7C9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30088" y="3246120"/>
            <a:ext cx="731520" cy="7315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283" y="34363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04308" y="4251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261708" y="28346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6354F"/>
          </a:solidFill>
          <a:ln w="12700">
            <a:solidFill>
              <a:srgbClr val="0C7C9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78928" y="3246120"/>
            <a:ext cx="731520" cy="7315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123" y="343631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53148" y="4251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9410548" y="283464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16354F"/>
          </a:solidFill>
          <a:ln w="12700">
            <a:solidFill>
              <a:srgbClr val="0C7C9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027768" y="3246120"/>
            <a:ext cx="731520" cy="73152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7963" y="3436315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01988" y="4251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1635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C7C92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2011680"/>
            <a:ext cx="1371600" cy="1371600"/>
          </a:xfrm>
          <a:prstGeom prst="ellipse">
            <a:avLst/>
          </a:prstGeom>
          <a:solidFill>
            <a:srgbClr val="0C7C9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664" y="236829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875</Words>
  <Application>Microsoft Office PowerPoint</Application>
  <PresentationFormat>Widescreen</PresentationFormat>
  <Paragraphs>230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- Django</dc:title>
  <dc:subject>PptxGenJS Presentation</dc:subject>
  <dc:creator>Student</dc:creator>
  <cp:lastModifiedBy>vennapusa vijayamani</cp:lastModifiedBy>
  <cp:revision>1</cp:revision>
  <dcterms:created xsi:type="dcterms:W3CDTF">2026-07-05T04:58:36Z</dcterms:created>
  <dcterms:modified xsi:type="dcterms:W3CDTF">2026-07-05T05:01:27Z</dcterms:modified>
</cp:coreProperties>
</file>